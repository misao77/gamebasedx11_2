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4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7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2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7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0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9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5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 spc="5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5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8" r:id="rId8"/>
    <p:sldLayoutId id="2147483755" r:id="rId9"/>
    <p:sldLayoutId id="2147483756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200" b="0" kern="1200" spc="1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kern="1200" spc="9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 spc="9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 spc="9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 spc="9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 spc="9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3" name="Picture 1">
            <a:extLst>
              <a:ext uri="{FF2B5EF4-FFF2-40B4-BE49-F238E27FC236}">
                <a16:creationId xmlns:a16="http://schemas.microsoft.com/office/drawing/2014/main" id="{60698226-3B43-9AA5-C3C9-3E973520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8089" r="-1" b="35658"/>
          <a:stretch>
            <a:fillRect/>
          </a:stretch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44237B-4199-860E-6891-818B74D0B5D5}"/>
              </a:ext>
            </a:extLst>
          </p:cNvPr>
          <p:cNvSpPr txBox="1"/>
          <p:nvPr/>
        </p:nvSpPr>
        <p:spPr>
          <a:xfrm>
            <a:off x="1000964" y="1478439"/>
            <a:ext cx="10190071" cy="31458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ja-JP" altLang="en-US" sz="5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～シャチを超えて～</a:t>
            </a:r>
            <a:endParaRPr kumimoji="1" lang="en-US" altLang="ja-JP" sz="5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C21B42-DD5F-FFB4-3B2F-67197B0AEAF2}"/>
              </a:ext>
            </a:extLst>
          </p:cNvPr>
          <p:cNvSpPr txBox="1"/>
          <p:nvPr/>
        </p:nvSpPr>
        <p:spPr>
          <a:xfrm>
            <a:off x="2526890" y="1710813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434305-5BE5-3DFA-FA41-08B70197D114}"/>
              </a:ext>
            </a:extLst>
          </p:cNvPr>
          <p:cNvSpPr txBox="1"/>
          <p:nvPr/>
        </p:nvSpPr>
        <p:spPr>
          <a:xfrm>
            <a:off x="5496232" y="2272980"/>
            <a:ext cx="5310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dirty="0">
                <a:solidFill>
                  <a:schemeClr val="bg1"/>
                </a:solidFill>
              </a:rPr>
              <a:t>サメ</a:t>
            </a:r>
          </a:p>
        </p:txBody>
      </p:sp>
    </p:spTree>
    <p:extLst>
      <p:ext uri="{BB962C8B-B14F-4D97-AF65-F5344CB8AC3E}">
        <p14:creationId xmlns:p14="http://schemas.microsoft.com/office/powerpoint/2010/main" val="2188437224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AvenirNext LT Pro Medium</vt:lpstr>
      <vt:lpstr>Meiryo</vt:lpstr>
      <vt:lpstr>Arial</vt:lpstr>
      <vt:lpstr>DappledVTI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 瞳里</dc:creator>
  <cp:lastModifiedBy>伊藤 瞳里</cp:lastModifiedBy>
  <cp:revision>2</cp:revision>
  <dcterms:created xsi:type="dcterms:W3CDTF">2026-06-03T01:48:50Z</dcterms:created>
  <dcterms:modified xsi:type="dcterms:W3CDTF">2026-09-08T05:58:38Z</dcterms:modified>
</cp:coreProperties>
</file>